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-2743200"/>
            <a:ext cx="7315200" cy="7315200"/>
          </a:xfrm>
          <a:prstGeom prst="ellipse">
            <a:avLst/>
          </a:prstGeom>
          <a:solidFill>
            <a:srgbClr val="64B5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1828800"/>
            <a:ext cx="5486400" cy="548640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286000" y="2560320"/>
            <a:ext cx="45720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中期答辩汇报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设计类毕业设计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答辩人：田昊天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答辩日期：2026年4月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汇报提纲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项目背景与研究意义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行业现状、政策背景、课题目标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系统需求分析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1554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功能需求、非功能需求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技术选型、架构图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0116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148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2148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40680" y="2468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核心数据表、ER图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功能模块实现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8大核心模块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9260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0632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440680" y="30632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系统展示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33832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功能演示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097280" y="3977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当前进展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完成情况、进度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40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39776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39776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后续计划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40680" y="4297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剩余工作安排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一、项目背景与研究意义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草地作物是畜牧业发展的重要物质基础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病虫害是影响产量和品质的主要因素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传统人工巡查效率低、成本高、时效性差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智慧农业发展需要信息化支撑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02336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研究意义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916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理论：实践前后端分离、RESTful API设计等先进理念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实践：实现监测数据统一管理、实时展示和智能分析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应用：响应式设计，多终端访问，良好用户体验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设计并实现一套基于Web技术的草地作物病虫害智能监测系统，通过前后端分离架构实现病虫害数据管理、图像识别集成、监测数据可视化和预警管理等功能。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二、系统需求分析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用户管理：注册、登录、权限分配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田块/作物管理：田块信息维护、作物种类记录、生长周期跟踪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草地分区管理：区域划分、责任人分配、区域状态管理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1945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286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病虫害监测：繁殖周期记录、预警阈值设置、防治计划制定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8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病虫害记录：发生时间、类型等级、处置措施记录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9718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63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物资管理：农药入库、库存盘点、物资使用统计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数据统计：监测数据报表、可视化分析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904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智能诊断：AI问答、诊断建议生成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二、系统需求分析（续）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API响应时间平均&lt;500ms，支持100用户/秒并发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06040" y="1463040"/>
            <a:ext cx="201168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JWT身份认证，基于角色的权限控制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463040"/>
            <a:ext cx="2011680" cy="45720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响应式布局，适配PC端和移动端访问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463040"/>
            <a:ext cx="201168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03720" y="1463040"/>
            <a:ext cx="201168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Text 17"/>
          <p:cNvSpPr/>
          <p:nvPr/>
        </p:nvSpPr>
        <p:spPr>
          <a:xfrm>
            <a:off x="7040880" y="1554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模块化设计，代码规范，文档完整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系统用例图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 → 系统首页 → 田块管理 / 病虫害管理 / 物资管理 / 数据统计 / 预警管理 / 智能诊断 → 退出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三、系统架构设计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3.4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2.9 UI组件库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状态管理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4 路由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5 构建工具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 + SCSS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71600"/>
            <a:ext cx="3931920" cy="2286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 2.x 轻量级Web框架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Flask-JWT-Extended 权限认证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 ORM数据操作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8.0+ 关系型数据库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3.8+ 运行环境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 缓存加速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前端(Vue3)  →  HTTP/REST API  →  后端(Flask)  →  数据库(MySQL) + 缓存(Redis)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四、数据库设计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6517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username, password, role, email, create_time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371600"/>
            <a:ext cx="265176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field_info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田块信息表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field_name, area, crop_type, location, 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371600"/>
            <a:ext cx="265176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colony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草地分区表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6364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area, manager, status, create_time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57200" y="2514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14600"/>
            <a:ext cx="26517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pest_record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病虫害记录表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field_id, pest_type, level, occurrence_date, solution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91840" y="2514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514600"/>
            <a:ext cx="265176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supply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2900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物资管理表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name, quantity, in_date, out_date, supplier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26480" y="2514600"/>
            <a:ext cx="26517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514600"/>
            <a:ext cx="265176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96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63640" y="2971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预警记录表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747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field_id, warning_type, threshold, notify_time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4206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遵循第三范式，建立合理的表关系和索引，优化查询性能。设计数据字典规范字段定义，确保数据一致性和完整性。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五、核心功能模块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田块/作物管理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田块基本信息维护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作物种类与品种记录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生长周期跟踪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作物照片档案管理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411480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草地分区管理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草地/田块区域划分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区域责任人分配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区域面积统计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区域状态管理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solidFill>
            <a:srgbClr val="64B5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病虫害监测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病虫害种类库管理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繁殖周期记录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预警阈值设置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防治计划制定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926080"/>
            <a:ext cx="41148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26080"/>
            <a:ext cx="41148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498348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病虫害记录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发生时间地点记录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8348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类型与等级管理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834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危害程度评估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983480" y="4434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处置措施记录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五、核心功能模块（续）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物资管理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物资入库/出库管理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库存盘点功能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物资使用统计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供应商信息管理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05840"/>
            <a:ext cx="411480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损失评估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损失面积统计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83480" y="18745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经济损失计算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2194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产��损失评估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514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价值核算报表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346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智能诊断与数据统计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基于DeepSeek AI的智能问答与诊断建议生成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病虫害图片识别（预留API接口）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知识库查询与诊断建议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ECharts图表数据可视化展示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病虫害发生趋势图、各类病害占比饼图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监测数据报表导出功能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六、系统展示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1691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用户登录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JWT令牌认证、权限分配、登录验证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5156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51560"/>
            <a:ext cx="73152" cy="1691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88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6235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田块信息、病虫害记录、物资管理的增删改查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691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基于DeepSeek AI的病虫害智能诊断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926080"/>
            <a:ext cx="73152" cy="1691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3063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6235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37033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ECharts图表、趋势分析、地图展示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七、当前进展与成果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已完成工作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项目需求分析与系统设计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数据库设计与搭建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后端核心API开发 (30+ 接口)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用户认证与权限管理模块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前端界面开发 (8+ 页面)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前后端联调与功能测试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进度概览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93776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 13 周 / 共 16 周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0" y="3108960"/>
            <a:ext cx="3291840" cy="54864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按计划正常推进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八、后续计划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剩余工作安排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第13-14周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2880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前端数据可视化优化、移动端适配、预警功能完善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2860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第15周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22860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系统集成测试、性能优化、安全加固、bug修复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971800"/>
            <a:ext cx="41148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0632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第16周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系统部署上线、论文撰写、答辩准备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预期成果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15544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功能完整的监测系统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8+ 功能模块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30+ API接口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响应式前端界面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完整论文文档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目标：按时完成一个功能完整、界面美观、性能良好的草地作物病虫害智能监测系统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九、项目总结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9601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技术能力提升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熟练掌握Vue3、Flask、SQLAlchemy等前后端技术，完整开发一个Web应用系统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240280"/>
            <a:ext cx="73152" cy="9601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77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完整经历需求分析、系统设计、开发测试的软件工程全流程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83280"/>
            <a:ext cx="73152" cy="9601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提升debug能力、文档编写能力和团队协作能力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7D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64B5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2743200"/>
            <a:ext cx="3657600" cy="3657600"/>
          </a:xfrm>
          <a:prstGeom prst="ellipse">
            <a:avLst/>
          </a:prstGeom>
          <a:solidFill>
            <a:srgbClr val="00BCD4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感谢各位老师！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926080" y="2651760"/>
            <a:ext cx="32918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BDE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请批评指正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草地作物病虫害智能监测系统 | 田昊天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中期答辩汇报</dc:title>
  <dc:subject>PptxGenJS Presentation</dc:subject>
  <dc:creator>田昊天</dc:creator>
  <cp:lastModifiedBy>田昊天</cp:lastModifiedBy>
  <cp:revision>1</cp:revision>
  <dcterms:created xsi:type="dcterms:W3CDTF">2026-04-14T12:56:11Z</dcterms:created>
  <dcterms:modified xsi:type="dcterms:W3CDTF">2026-04-14T12:56:11Z</dcterms:modified>
</cp:coreProperties>
</file>